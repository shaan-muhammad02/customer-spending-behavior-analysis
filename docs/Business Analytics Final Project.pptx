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38a644ec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38a644ec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38a644eca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38a644eca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8a644eca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8a644eca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2a3b3e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42a3b3e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42a3b3e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42a3b3e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2a3b3e1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42a3b3e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447dc7e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447dc7e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447dc7e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447dc7e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47dc7e3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447dc7e3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875150" y="974300"/>
            <a:ext cx="5377500" cy="139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Customer Spending in E-Commerce</a:t>
            </a:r>
            <a:endParaRPr/>
          </a:p>
        </p:txBody>
      </p:sp>
      <p:sp>
        <p:nvSpPr>
          <p:cNvPr id="135" name="Google Shape;135;p13"/>
          <p:cNvSpPr txBox="1"/>
          <p:nvPr>
            <p:ph idx="4294967295" type="subTitle"/>
          </p:nvPr>
        </p:nvSpPr>
        <p:spPr>
          <a:xfrm>
            <a:off x="1891350" y="2310452"/>
            <a:ext cx="53613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Business Analytics Project</a:t>
            </a:r>
            <a:endParaRPr/>
          </a:p>
        </p:txBody>
      </p:sp>
      <p:sp>
        <p:nvSpPr>
          <p:cNvPr id="136" name="Google Shape;136;p13"/>
          <p:cNvSpPr txBox="1"/>
          <p:nvPr>
            <p:ph idx="4294967295" type="subTitle"/>
          </p:nvPr>
        </p:nvSpPr>
        <p:spPr>
          <a:xfrm>
            <a:off x="1875150" y="2797675"/>
            <a:ext cx="25836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Group Members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Lawrence Paglinawan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Ugyen Thukzom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Khondoker Shaan Muhammad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7" name="Google Shape;137;p13"/>
          <p:cNvSpPr txBox="1"/>
          <p:nvPr>
            <p:ph idx="4294967295" type="subTitle"/>
          </p:nvPr>
        </p:nvSpPr>
        <p:spPr>
          <a:xfrm>
            <a:off x="1875150" y="4094575"/>
            <a:ext cx="2907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Audience: Online Retail Business Team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690800"/>
            <a:ext cx="7038900" cy="6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9876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Online retail businesses need to understand what drives customer spending.</a:t>
            </a:r>
            <a:endParaRPr/>
          </a:p>
          <a:p>
            <a:pPr indent="-29876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 is often assumed that demographics strongly affect how much customers spend.</a:t>
            </a:r>
            <a:endParaRPr/>
          </a:p>
          <a:p>
            <a:pPr indent="-29876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Our project investigates whether spending is influenced more by behavior, timing, and product category instead.</a:t>
            </a:r>
            <a:endParaRPr/>
          </a:p>
          <a:p>
            <a:pPr indent="-29876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Business Problem: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“What is the main driver of customer’s spending behavior? Do customer demographics significantly influence spending behavior?”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60630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428700"/>
            <a:ext cx="4668600" cy="22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5276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208"/>
              <a:buChar char="●"/>
            </a:pPr>
            <a:r>
              <a:rPr lang="en" sz="1208"/>
              <a:t>Source: Retail Analysis Large Dataset from Kaggle</a:t>
            </a:r>
            <a:endParaRPr sz="1208"/>
          </a:p>
          <a:p>
            <a:pPr indent="-3052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8"/>
              <a:buChar char="●"/>
            </a:pPr>
            <a:r>
              <a:rPr lang="en" sz="1208"/>
              <a:t>Size: 302,010 records and 30 columns</a:t>
            </a:r>
            <a:endParaRPr sz="1208"/>
          </a:p>
          <a:p>
            <a:pPr indent="-3052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8"/>
              <a:buChar char="●"/>
            </a:pPr>
            <a:r>
              <a:rPr lang="en" sz="1208"/>
              <a:t>Type of Data: Customer, transaction, product, location, and feedback data</a:t>
            </a:r>
            <a:endParaRPr sz="1208"/>
          </a:p>
          <a:p>
            <a:pPr indent="-3052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8"/>
              <a:buChar char="●"/>
            </a:pPr>
            <a:r>
              <a:rPr lang="en" sz="1208"/>
              <a:t>Target Variable: Total_Amount for customer spending prediction</a:t>
            </a:r>
            <a:endParaRPr sz="1208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8"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6151874" y="3832450"/>
            <a:ext cx="25698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8"/>
              <a:t>Overview of the dataset structure, including 302,010 records, 30 columns, and feature data types</a:t>
            </a:r>
            <a:endParaRPr sz="808"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2225" y="710300"/>
            <a:ext cx="1769100" cy="29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 / Preprocessing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042925" y="1061250"/>
            <a:ext cx="3991800" cy="27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Removed irrelevant personal columns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Dropped rows with missing key IDs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Handled missing numerical values using median imputation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Filled missing categorical values with Unknown and No Feedback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time-based features such as Day and Month_Year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Removed duplicate records</a:t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425" y="1176825"/>
            <a:ext cx="3386274" cy="1158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1425" y="2439728"/>
            <a:ext cx="3386274" cy="1519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Hypothesis/ Exciting Discovery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378325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“Customer spending is driven more by purchasing behavior and product preference rather than by age or demographics.”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50" y="2123550"/>
            <a:ext cx="3912476" cy="25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123550"/>
            <a:ext cx="43777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Mining Techniques 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investigate what makes customers spend, we did 3 data mining techniques: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Regression (Linear Regression, Random Forest Regressor)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Classification (Logistic Regression, Random Forest)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Clustering (KMeans)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1297500" y="1567550"/>
            <a:ext cx="7284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used: Linear Regression and Random Forest Regressor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67328"/>
          <a:stretch/>
        </p:blipFill>
        <p:spPr>
          <a:xfrm>
            <a:off x="736550" y="2177600"/>
            <a:ext cx="4221550" cy="126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550" y="3659600"/>
            <a:ext cx="52387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017925" y="2123525"/>
            <a:ext cx="2439600" cy="2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highlight>
                  <a:schemeClr val="dk1"/>
                </a:highlight>
              </a:rPr>
              <a:t>The results demonstrated extremely low predictive performance, even after applying cross-validation. This indicates that the available features do not strongly explain spending behavior.</a:t>
            </a:r>
            <a:endParaRPr sz="1300">
              <a:solidFill>
                <a:schemeClr val="lt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Instead of predicting the value of Total_Amount, we split it into 3 groups: Low, Medium, and High spender. About 50% of customers fall under medium spender, so we dealt this by class_weight = ‘balanced’.</a:t>
            </a:r>
            <a:endParaRPr/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73" y="2395400"/>
            <a:ext cx="1908225" cy="24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925" y="2395400"/>
            <a:ext cx="23812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0000" y="2395388"/>
            <a:ext cx="16764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Models used: Logistic Regression and Random Forest</a:t>
            </a:r>
            <a:endParaRPr/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50" y="2013295"/>
            <a:ext cx="2381850" cy="284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5975" y="2013300"/>
            <a:ext cx="2750650" cy="24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275" y="2013300"/>
            <a:ext cx="2935975" cy="24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